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772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iAMLO Prototype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67512" y="144475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</a:rPr>
              <a:t>Clickable front-end prototype screenshots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19019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Light / Dark / Gray accessibility views with English mock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" y="2606040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491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2F6B"/>
                </a:solidFill>
              </a:rPr>
              <a:t>Prototype only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952744" y="786384"/>
            <a:ext cx="5513832" cy="3694176"/>
          </a:xfrm>
          <a:prstGeom prst="roundRect">
            <a:avLst>
              <a:gd name="adj" fmla="val 1980"/>
            </a:avLst>
          </a:prstGeom>
          <a:solidFill>
            <a:srgbClr val="153A78"/>
          </a:solidFill>
          <a:ln w="10160">
            <a:solidFill>
              <a:srgbClr val="476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Users/gas/Library/CloudStorage/GoogleDrive-gasperapi@gmail.com/ไดรฟ์ของฉัน/Bussines Alive/ปปง/template-poc/prototype-screenshots/light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822960"/>
            <a:ext cx="5440680" cy="362102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89320" y="4535424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61314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Live prototype capture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6016752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</a:rPr>
              <a:t>Screens captured from the local Next.js prototype route /prototype.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Screens - Light Mode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Default presentation view for public services, search, API dashboard, and officer CMS.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0352" y="1380744"/>
            <a:ext cx="6565392" cy="4398264"/>
          </a:xfrm>
          <a:prstGeom prst="roundRect">
            <a:avLst>
              <a:gd name="adj" fmla="val 1663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light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17320"/>
            <a:ext cx="6492240" cy="43251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833872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591159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Hero + Smart Search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7415784" y="1380744"/>
            <a:ext cx="4233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/Users/gas/Library/CloudStorage/GoogleDrive-gasperapi@gmail.com/ไดรฟ์ของฉัน/Bussines Alive/ปปง/template-poc/prototype-screenshots/light-services-ap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1417320"/>
            <a:ext cx="4160520" cy="2240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452360" y="3749040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43800" y="382676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Services + API Dashboard</a:t>
            </a:r>
            <a:endParaRPr lang="en-US" sz="680" dirty="0"/>
          </a:p>
        </p:txBody>
      </p:sp>
      <p:sp>
        <p:nvSpPr>
          <p:cNvPr id="19" name="Shape 15"/>
          <p:cNvSpPr/>
          <p:nvPr/>
        </p:nvSpPr>
        <p:spPr>
          <a:xfrm>
            <a:off x="7415784" y="4169664"/>
            <a:ext cx="4233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/Users/gas/Library/CloudStorage/GoogleDrive-gasperapi@gmail.com/ไดรฟ์ของฉัน/Bussines Alive/ปปง/template-poc/prototype-screenshots/light-cms-notificatio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2360" y="4206240"/>
            <a:ext cx="4160520" cy="22402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52360" y="6537960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543800" y="661568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CMS + Notifications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Mode: Light · EN mock content enabled · Officer workbench unlocked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Screens - Dark Mode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5CB"/>
                </a:solidFill>
              </a:rPr>
              <a:t>Dark theme view for the same clickable prototype screens and localStorage-backed state.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0352" y="1380744"/>
            <a:ext cx="6565392" cy="4398264"/>
          </a:xfrm>
          <a:prstGeom prst="roundRect">
            <a:avLst>
              <a:gd name="adj" fmla="val 1663"/>
            </a:avLst>
          </a:prstGeom>
          <a:solidFill>
            <a:srgbClr val="111827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dark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17320"/>
            <a:ext cx="6492240" cy="43251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833872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591159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Hero + Smart Search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7415784" y="1380744"/>
            <a:ext cx="4233672" cy="2313432"/>
          </a:xfrm>
          <a:prstGeom prst="roundRect">
            <a:avLst>
              <a:gd name="adj" fmla="val 3162"/>
            </a:avLst>
          </a:prstGeom>
          <a:solidFill>
            <a:srgbClr val="111827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/Users/gas/Library/CloudStorage/GoogleDrive-gasperapi@gmail.com/ไดรฟ์ของฉัน/Bussines Alive/ปปง/template-poc/prototype-screenshots/dark-services-ap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1417320"/>
            <a:ext cx="4160520" cy="2240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452360" y="3749040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43800" y="382676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Services + API Dashboard</a:t>
            </a:r>
            <a:endParaRPr lang="en-US" sz="680" dirty="0"/>
          </a:p>
        </p:txBody>
      </p:sp>
      <p:sp>
        <p:nvSpPr>
          <p:cNvPr id="19" name="Shape 15"/>
          <p:cNvSpPr/>
          <p:nvPr/>
        </p:nvSpPr>
        <p:spPr>
          <a:xfrm>
            <a:off x="7415784" y="4169664"/>
            <a:ext cx="4233672" cy="2313432"/>
          </a:xfrm>
          <a:prstGeom prst="roundRect">
            <a:avLst>
              <a:gd name="adj" fmla="val 3162"/>
            </a:avLst>
          </a:prstGeom>
          <a:solidFill>
            <a:srgbClr val="111827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/Users/gas/Library/CloudStorage/GoogleDrive-gasperapi@gmail.com/ไดรฟ์ของฉัน/Bussines Alive/ปปง/template-poc/prototype-screenshots/dark-cms-notificatio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2360" y="4206240"/>
            <a:ext cx="4160520" cy="22402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52360" y="6537960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543800" y="661568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CMS + Notifications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5CB"/>
                </a:solidFill>
              </a:rPr>
              <a:t>Mode: Dark · EN mock content enabled · Officer workbench unlocked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Screens - Gray Mode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Grayscale accessibility view showing the prototype with reduced color dependency.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0352" y="1380744"/>
            <a:ext cx="6565392" cy="4398264"/>
          </a:xfrm>
          <a:prstGeom prst="roundRect">
            <a:avLst>
              <a:gd name="adj" fmla="val 1663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gray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17320"/>
            <a:ext cx="6492240" cy="43251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833872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591159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Hero + Smart Search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7415784" y="1380744"/>
            <a:ext cx="4233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/Users/gas/Library/CloudStorage/GoogleDrive-gasperapi@gmail.com/ไดรฟ์ของฉัน/Bussines Alive/ปปง/template-poc/prototype-screenshots/gray-services-ap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1417320"/>
            <a:ext cx="4160520" cy="2240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452360" y="3749040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43800" y="382676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Services + API Dashboard</a:t>
            </a:r>
            <a:endParaRPr lang="en-US" sz="680" dirty="0"/>
          </a:p>
        </p:txBody>
      </p:sp>
      <p:sp>
        <p:nvSpPr>
          <p:cNvPr id="19" name="Shape 15"/>
          <p:cNvSpPr/>
          <p:nvPr/>
        </p:nvSpPr>
        <p:spPr>
          <a:xfrm>
            <a:off x="7415784" y="4169664"/>
            <a:ext cx="4233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/Users/gas/Library/CloudStorage/GoogleDrive-gasperapi@gmail.com/ไดรฟ์ของฉัน/Bussines Alive/ปปง/template-poc/prototype-screenshots/gray-cms-notificatio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2360" y="4206240"/>
            <a:ext cx="4160520" cy="22402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52360" y="6537960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543800" y="661568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CMS + Notifications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Mode: Gray · EN mock content enabled · Officer workbench unlocked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 Mode - Hero + Smart Search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Single-screen capture: hero, controls, smart search, personalization, and registration.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143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light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 Mode - Services + API Dashboard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Single-screen capture: service cards, request form, auction cards, calendar, and logs.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143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light-services-a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 Mode - CMS + Notifications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Single-screen capture: officer CMS, widget order, banner analytics, and notifications.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143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light-cms-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Mode - Hero + Smart Search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5CB"/>
                </a:solidFill>
              </a:rPr>
              <a:t>Single-screen capture: hero, controls, smart search, personalization, and registration.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111827"/>
          </a:solidFill>
          <a:ln w="11430">
            <a:solidFill>
              <a:srgbClr val="6E789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dark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Mode - Services + API Dashboard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5CB"/>
                </a:solidFill>
              </a:rPr>
              <a:t>Single-screen capture: service cards, request form, auction cards, calendar, and logs.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111827"/>
          </a:solidFill>
          <a:ln w="11430">
            <a:solidFill>
              <a:srgbClr val="6E789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dark-services-a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Mode - CMS + Notifications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5CB"/>
                </a:solidFill>
              </a:rPr>
              <a:t>Single-screen capture: officer CMS, widget order, banner analytics, and notifications.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111827"/>
          </a:solidFill>
          <a:ln w="11430">
            <a:solidFill>
              <a:srgbClr val="6E789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dark-cms-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Gray Mode - Hero + Smart Search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Single-screen capture: hero, controls, smart search, personalization, and registration.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143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gray-hero-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Gray Mode - Services + API Dashboard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Single-screen capture: service cards, request form, auction cards, calendar, and logs.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143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gray-services-a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Gray Mode - CMS + Notifications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Single-screen capture: officer CMS, widget order, banner analytics, and notifications.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8700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530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1234440"/>
            <a:ext cx="10149840" cy="5248656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1430">
            <a:solidFill>
              <a:srgbClr val="DDE5F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/Users/gas/Library/CloudStorage/GoogleDrive-gasperapi@gmail.com/ไดรฟ์ของฉัน/Bussines Alive/ปปง/template-poc/prototype-screenshots/gray-cms-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289304"/>
            <a:ext cx="10040112" cy="5138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Business Alive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iAMLO Prototype Screenshots</dc:title>
  <dc:subject>iAMLO prototype screenshots</dc:subject>
  <dc:creator>Codex</dc:creator>
  <cp:lastModifiedBy>Codex</cp:lastModifiedBy>
  <cp:revision>1</cp:revision>
  <dcterms:created xsi:type="dcterms:W3CDTF">2026-07-08T07:12:46Z</dcterms:created>
  <dcterms:modified xsi:type="dcterms:W3CDTF">2026-07-08T07:12:46Z</dcterms:modified>
</cp:coreProperties>
</file>